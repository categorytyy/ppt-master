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组件测试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743200"/>
            <a:ext cx="182880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验证layouts和blocks是否正常工作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三栏布局测试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1089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31089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651760" cy="31089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优势Z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对比布局测试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成本低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6002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时间线测试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88720" y="1905000"/>
            <a:ext cx="18288" cy="213360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813560"/>
            <a:ext cx="182880" cy="1828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67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722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996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完成初始搭建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182880" cy="1828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0" y="3947160"/>
            <a:ext cx="182880" cy="1828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01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855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413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市场扩张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卡片网格测试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内容示例1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内容示例2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26080"/>
            <a:ext cx="40233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内容示例3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926080"/>
            <a:ext cx="40233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063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内容示例4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8229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3035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-Σ y_i · log(ŷ_i)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EA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EAF6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EAF6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AdaGrad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自适应学习率优化器是深度学习训练的主流选择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核心创新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AdaGrad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自适应学习率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动量+自适应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解耦权重衰减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2026-03-29T15:18:16Z</dcterms:created>
  <dcterms:modified xsi:type="dcterms:W3CDTF">2026-03-29T15:18:16Z</dcterms:modified>
</cp:coreProperties>
</file>