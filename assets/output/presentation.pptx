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" id="{a1c6df4e-9927-aed6-842b-7375537e8eca}">
          <p14:sldIdLst/>
        </p14:section>
        <p14:section name="Default-1" id="{2eb25ad2-e92d-fe58-639e-752556854746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</c:v>
                </c:pt>
                <c:pt idx="1">
                  <c:v>92</c:v>
                </c:pt>
                <c:pt idx="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49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49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章节过渡页：01 章节标题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828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演示标题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1371600"/>
            <a:ext cx="36576" cy="23774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演示标题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副标题说明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4389120" cy="2926080"/>
          </a:xfrm>
          <a:prstGeom prst="rect">
            <a:avLst/>
          </a:prstGeom>
          <a:solidFill>
            <a:srgbClr val="3949AB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554480"/>
            <a:ext cx="3474720" cy="2011680"/>
          </a:xfrm>
          <a:prstGeom prst="rect">
            <a:avLst/>
          </a:prstGeom>
          <a:solidFill>
            <a:srgbClr val="E8EAF6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20116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949A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37160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演示标题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副标题说明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第一章内容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315200" cy="0"/>
          </a:xfrm>
          <a:prstGeom prst="line">
            <a:avLst/>
          </a:prstGeom>
          <a:noFill/>
          <a:ln w="6350">
            <a:solidFill>
              <a:srgbClr val="E8E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第二章内容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7315200" cy="0"/>
          </a:xfrm>
          <a:prstGeom prst="line">
            <a:avLst/>
          </a:prstGeom>
          <a:noFill/>
          <a:ln w="6350">
            <a:solidFill>
              <a:srgbClr val="E8EA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第三章内容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7315200" cy="0"/>
          </a:xfrm>
          <a:prstGeom prst="line">
            <a:avLst/>
          </a:prstGeom>
          <a:noFill/>
          <a:ln w="6350">
            <a:solidFill>
              <a:srgbClr val="E8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第四章内容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E8EAF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" cy="1463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1463040"/>
          </a:xfrm>
          <a:prstGeom prst="rect">
            <a:avLst/>
          </a:prstGeom>
          <a:solidFill>
            <a:srgbClr val="E8EAF6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371600"/>
            <a:ext cx="822960" cy="1463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solidFill>
            <a:srgbClr val="E8EAF6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822960" cy="1463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产品策略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E8EAF6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200400"/>
            <a:ext cx="822960" cy="1463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0040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52160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执行计划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4 个章节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949A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F57C0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377440"/>
            <a:ext cx="18288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0" y="3840480"/>
            <a:ext cx="1097280" cy="1097280"/>
          </a:xfrm>
          <a:prstGeom prst="rect">
            <a:avLst/>
          </a:prstGeom>
          <a:solidFill>
            <a:srgbClr val="E8EAF6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章节副标题说明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4389120"/>
            <a:ext cx="1828800" cy="36576"/>
          </a:xfrm>
          <a:prstGeom prst="rect">
            <a:avLst/>
          </a:prstGeom>
          <a:solidFill>
            <a:srgbClr val="F57C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页面标题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926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第一要点说明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第二要点说明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第三要点说明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第四要点说明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E8EAF6">
              <a:alpha val="60000"/>
            </a:srgbClr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创新思维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突破传统框架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采用差异化策略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560320" cy="2926080"/>
          </a:xfrm>
          <a:prstGeom prst="rect">
            <a:avLst/>
          </a:prstGeom>
          <a:solidFill>
            <a:srgbClr val="E8EAF6">
              <a:alpha val="60000"/>
            </a:srgbClr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基于市场数据分析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精准决策支持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60320" cy="2926080"/>
          </a:xfrm>
          <a:prstGeom prst="rect">
            <a:avLst/>
          </a:prstGeom>
          <a:solidFill>
            <a:srgbClr val="E8EAF6">
              <a:alpha val="60000"/>
            </a:srgbClr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快速执行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敏捷开发模式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快速响应市场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图文详情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2743200"/>
          </a:xfrm>
          <a:prstGeom prst="rect">
            <a:avLst/>
          </a:prstGeom>
          <a:solidFill>
            <a:srgbClr val="3949A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49AB"/>
                </a:solidFill>
              </a:rPr>
              <a:t>📷 产品图片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特性一：高性能表现</a:t>
            </a:r>
            <a:endParaRPr lang="en-US" sz="14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采用最新一代处理器，性能提升40%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特性二：低功耗设计</a:t>
            </a:r>
            <a:endParaRPr lang="en-US" sz="14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智能功耗管理，续航提升60%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特性三：便携性强</a:t>
            </a:r>
            <a:endParaRPr lang="en-US" sz="14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轻薄机身，重量仅1.2kg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17920" y="1828800"/>
            <a:ext cx="73152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2103120"/>
            <a:ext cx="137160" cy="1371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产品A连续两季度增长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743200"/>
            <a:ext cx="137160" cy="1371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Q2整体呈上升趋势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383280"/>
            <a:ext cx="137160" cy="1371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B类产品趋于稳定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发展历程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912"/>
            <a:ext cx="7315200" cy="36576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06040"/>
            <a:ext cx="274320" cy="27432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" y="2331720"/>
            <a:ext cx="18288" cy="2743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公司成立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完成初始团队组建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5640" y="2606040"/>
            <a:ext cx="274320" cy="27432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56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43656" y="2880360"/>
            <a:ext cx="18288" cy="2743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2128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产品上线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84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核心产品正式发布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4040" y="2606040"/>
            <a:ext cx="274320" cy="27432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82056" y="2331720"/>
            <a:ext cx="18288" cy="2743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5968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A轮融资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68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获得头部资本投资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2606040"/>
            <a:ext cx="274320" cy="27432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0456" y="2880360"/>
            <a:ext cx="18288" cy="2743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市场扩张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业务覆盖全国20省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77640" cy="3291840"/>
          </a:xfrm>
          <a:prstGeom prst="rect">
            <a:avLst/>
          </a:prstGeom>
          <a:solidFill>
            <a:srgbClr val="E8EAF6">
              <a:alpha val="50000"/>
            </a:srgbClr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77640" cy="54864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09728" cy="1097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11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成本较低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9728" cy="1097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60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部署周期短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09728" cy="1097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维护简单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9728" cy="1097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57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功能基础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560320"/>
            <a:ext cx="731520" cy="73152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1280160"/>
            <a:ext cx="3977640" cy="3291840"/>
          </a:xfrm>
          <a:prstGeom prst="rect">
            <a:avLst/>
          </a:prstGeom>
          <a:solidFill>
            <a:srgbClr val="1A237E">
              <a:alpha val="90000"/>
            </a:srgbClr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280160"/>
            <a:ext cx="397764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2801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109728" cy="10972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011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功能全面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2651760"/>
            <a:ext cx="109728" cy="10972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560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200400"/>
            <a:ext cx="109728" cy="10972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性能优越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3749040"/>
            <a:ext cx="109728" cy="10972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657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支持定制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方案A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¥999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¥1,499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¥2,999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用户数上限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邮件+电话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7×24专属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SaaS/私有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7C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明确的目标：3年内实现市场份额翻倍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清晰的路径：产品+渠道+服务三轮驱动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可靠的保障：组织能力与资本支撑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237E">
              <a:alpha val="9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3年目标增长率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核心要点二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2286000"/>
          </a:xfrm>
          <a:prstGeom prst="rect">
            <a:avLst/>
          </a:prstGeom>
          <a:solidFill>
            <a:srgbClr val="3949A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2286000" cy="1485900"/>
          </a:xfrm>
          <a:prstGeom prst="rect">
            <a:avLst/>
          </a:prstGeom>
          <a:solidFill>
            <a:srgbClr val="F57C0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欢迎交流与合作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3383280"/>
            <a:ext cx="1828800" cy="27432"/>
          </a:xfrm>
          <a:prstGeom prst="rect">
            <a:avLst/>
          </a:prstGeom>
          <a:solidFill>
            <a:srgbClr val="F57C0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2026-03-29T15:22:09Z</dcterms:created>
  <dcterms:modified xsi:type="dcterms:W3CDTF">2026-03-29T15:22:09Z</dcterms:modified>
</cp:coreProperties>
</file>